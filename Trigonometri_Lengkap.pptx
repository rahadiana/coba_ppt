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286000" cy="2286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3657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962E"/>
                </a:solidFill>
                <a:latin typeface="Calibri"/>
              </a:defRPr>
            </a:pPr>
            <a:r>
              <a:t>MATEMATIKA SMA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MATERI LENGKAP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109441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KUPAS TUNTAS TRIGONOMETRI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8962E"/>
                </a:solidFill>
                <a:latin typeface="Calibri"/>
              </a:defRPr>
            </a:pPr>
            <a:r>
              <a:t>Hubungan Sudut dan Segitiga — Dari Dasar hingga Aplikasi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109441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TRIGONOMETRI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6858000" cy="822960"/>
          </a:xfrm>
          <a:prstGeom prst="roundRect">
            <a:avLst>
              <a:gd name="adj" fmla="val 4000"/>
            </a:avLst>
          </a:prstGeom>
          <a:solidFill>
            <a:srgbClr val="0D1F3C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DF5"/>
                </a:solidFill>
                <a:latin typeface="Calibri"/>
              </a:defRPr>
            </a:pPr>
            <a:r>
              <a:t>Pengertian  •  Rumus Utama  •  Kuadran  •  Aturan Sinus/Cosinus  •  Aplikasi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 Slide  •  Materi Lengkap  •  Siap Presentasi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Daftar 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Struktur Materi Trigonometri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106424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106424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Apa itu Trigonometri?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18488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73352"/>
            <a:ext cx="457200" cy="457200"/>
          </a:xfrm>
          <a:prstGeom prst="round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73352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Perbandingan Trigonometri Dasar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85415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240279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240279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Kebalikan Trigonometri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52344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807208"/>
            <a:ext cx="457200" cy="457200"/>
          </a:xfrm>
          <a:prstGeom prst="round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07208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Tabel Sudut Istimewa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19272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374136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374136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Pembagian Kuadran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5867" y="1051560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47307" y="1106424"/>
            <a:ext cx="457200" cy="457200"/>
          </a:xfrm>
          <a:prstGeom prst="round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1667" y="1106424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Identitas Trigonometri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5867" y="1618488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47307" y="1673352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1667" y="1673352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Aturan Sinus &amp; Cosinus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5867" y="2185415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47307" y="2240279"/>
            <a:ext cx="457200" cy="457200"/>
          </a:xfrm>
          <a:prstGeom prst="round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1667" y="2240279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Luas Segitiga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5867" y="2752344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47307" y="2807208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1667" y="2807208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Aplikasi Dunia Nyata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5867" y="3319272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47307" y="3374136"/>
            <a:ext cx="457200" cy="457200"/>
          </a:xfrm>
          <a:prstGeom prst="round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1667" y="3374136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Kesimpulan &amp; Penutup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Materi Trigonometri Lengkap — Matematika SMA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Apa itu Trigonometri?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Asal kata, definisi, dan inti bahasan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Asal Kata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Bahasa Yunani: trigonon (tiga sudut)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Bahasa Yunani: metron (mengukur)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Arti literal: mengukur tiga sudut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5378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5378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Calibri"/>
              </a:defRPr>
            </a:pPr>
            <a:r>
              <a:t>Definisi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Cabang matematika yang mempelajari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Hubungan antara panjang sisi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Dan besar sudut pada segitiga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64956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4956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4956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Inti Bahasan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4956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Fokus pada segitiga siku-siku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Perbandingan panjang sisi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Hubungan dengan besar sudut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Materi Trigonometri Lengkap — Matematika SMA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Perbandingan Trigonometri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Rumus utama pada segitiga siku-siku dengan sudut θ (theta)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Sisi pada Segitiga: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Depan (de) — sisi di depan sudut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Samping (sa) — sisi di samping sudut 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Miring (mi) — sisi terpanjang, depan sudut siku-siku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7C72"/>
                </a:solidFill>
                <a:latin typeface="Calibri"/>
              </a:defRPr>
            </a:pPr>
            <a:r>
              <a:t>Rumus Utama (Jembatan Keledai):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sin θ = Depan / Miring → Sin-De-Mi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cos θ = Samping / Miring → Cos-Sam-Mi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tan θ = Depan / Samping → Tan-De-Sam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Materi Trigonometri Lengkap — Matematika SMA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Kebalikan Trigonometri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Tiga fungsi kebalikan dari sin, cos, 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Cosecan (csc)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Kebalikan dari Sinus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csc θ = 1 / sin 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csc θ = Miring / Depan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5378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5378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Calibri"/>
              </a:defRPr>
            </a:pPr>
            <a:r>
              <a:t>Secan (sec)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Kebalikan dari Cosinus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sec θ = 1 / cos 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sec θ = Miring / Samping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64956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4956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4956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Cotangen (cot)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4956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Kebalikan dari Tangen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cot θ = 1 / tan 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cot θ = Samping / Depan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Materi Trigonometri Lengkap — Matematika SMA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Tabel Sudut Istimewa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Wajib Hafal! Sudut 0°, 30°, 45°, 60°, 90°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051560"/>
          <a:ext cx="1109441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69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Fungsi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0°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30°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45°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60°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90°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sin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1/2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½√2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½√3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½√3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½√2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1/2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tan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⅓√3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√3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∞ (Tak hingga)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√2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2/√3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sec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2/√3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√2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∞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√3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⅓√3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Materi Trigonometri Lengkap — Matematika SMA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Pembagian Kuadran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Sudut lebih dari 90° — Nilai positif/negatif fungsi trigonometri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Kuadran I (0° - 90°)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Semua fungsi bernilai POSITIF (+)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sin(+), cos(+), tan(+)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csc(+), sec(+), cot(+)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0823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0823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7983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983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1691639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Calibri"/>
              </a:defRPr>
            </a:pPr>
            <a:r>
              <a:t>Kuadran II (90° - 180°)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03911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Hanya Sinus &amp; Cosecan POSITIF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983" y="23317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sin(+), csc(+)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983" y="2624327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cos(-), tan(-), sec(-), cot(-)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70167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0167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III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1691639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Kuadran III (180° - 270°)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203911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Hanya Tangen &amp; Cotangen POSITIF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167" y="23317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tan(+), cot(+)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2624327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sin(-), cos(-), csc(-), sec(-)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5191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75191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12351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12351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IV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2351" y="1691639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Calibri"/>
              </a:defRPr>
            </a:pPr>
            <a:r>
              <a:t>Kuadran IV (270° - 360°)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2351" y="203911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Hanya Cosinus &amp; Secan POSITIF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2351" y="23317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cos(+), sec(+)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2351" y="2624327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sin(-), tan(-), csc(-), cot(-)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Materi Trigonometri Lengkap — Matematika SMA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Identitas Trigonometri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Rumus hubungan antar-fungsi untuk menyederhanakan persamaan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Hubungan Tangen: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tan θ = sin θ / cos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Identitas Pythagoras: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49423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sin²θ + cos²θ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1 + tan²θ = sec²θ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7C72"/>
                </a:solidFill>
                <a:latin typeface="Calibri"/>
              </a:defRPr>
            </a:pPr>
            <a:r>
              <a:t>Identitas Pythagoras (lanjutan):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1 + cot²θ = csc²θ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1956815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7C72"/>
                </a:solidFill>
                <a:latin typeface="Calibri"/>
              </a:defRPr>
            </a:pPr>
            <a:r>
              <a:t>Hubungan Lain: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2249423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sin(90° - θ) = cos 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48716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cos(90° - θ) = sin 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Materi Trigonometri Lengkap — Matematika SMA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Aturan Sinus &amp; Cosinus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Untuk menyelesaikan segitiga yang bukan siku-siku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Aturan Sinus: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a/sin A = b/sin B = c/sin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Kegunaan: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49423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Mencari sisi jika sudut diketahui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Mencari sudut jika sisi diketahui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1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Cocok untuk kasus AAS atau ASA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7C72"/>
                </a:solidFill>
                <a:latin typeface="Calibri"/>
              </a:defRPr>
            </a:pPr>
            <a:r>
              <a:t>Aturan Cosinus: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c² = a² + b² - 2ab·cos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1956815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7C72"/>
                </a:solidFill>
                <a:latin typeface="Calibri"/>
              </a:defRPr>
            </a:pPr>
            <a:r>
              <a:t>Kegunaan: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249423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Mencari sisi ketiga jika 2 sisi + sudut diketahui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248716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Mencari sudut jika 3 sisi diketahui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2724911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Cocok untuk kasus SAS atau SSS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Materi Trigonometri Lengkap — Matematika SMA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Luas Segitiga Menggunakan Trigonometri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Rumus alternatif untuk menghitung luas segitiga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Rumus Utama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L = ½ × a × b × sin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L = ½ × a × c × sin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L = ½ × b × c × sin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5378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5378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Calibri"/>
              </a:defRPr>
            </a:pPr>
            <a:r>
              <a:t>Kapan Digunakan?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Ketika tinggi segitiga tidak diketahui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Ketika diketahui 2 sisi + sudut di antaranya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Alternatif dari L = ½ × alas × tinggi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64956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4956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4956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Contoh Soal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4956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Diketahui: a=8 cm, b=6 cm, C=60°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L = ½ × 8 × 6 × sin 60°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L = 24 × ½√3 = 12√3 cm²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Materi Trigonometri Lengkap — Matematika SMA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Penerapan di Dunia Nyata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Trigonometri bukan cuma teori, tapi dipakai di berbagai bidang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Arsitektur &amp; Sipil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Menghitung tinggi gedung/jembatan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2293543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Menggunakan klinometer &amp; sudut elevasi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88336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Tanpa harus memanjat langsung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0823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0823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7983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983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1691639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Calibri"/>
              </a:defRPr>
            </a:pPr>
            <a:r>
              <a:t>Navigasi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03911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Menentukan posisi kapal/pesawat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983" y="2331720"/>
            <a:ext cx="2293543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Berdasarkan koordinat satelit/radar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983" y="2688336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Penggunaan dalam GPS modern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70167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0167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1691639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Pembuatan Game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203911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Grafis 3D dan pergerakan karakter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167" y="2331720"/>
            <a:ext cx="2293543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Sudut pandang kamera (field of view)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2688336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Fisika game dan animasi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5191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75191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12351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12351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2351" y="1691639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Calibri"/>
              </a:defRPr>
            </a:pPr>
            <a:r>
              <a:t>Sains Gelombang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2351" y="203911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Analisis gelombang suara &amp; cahaya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2351" y="23317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Sinyal radio dan telekomunikasi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2351" y="2624327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Grafik fungsi trigonometri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Materi Trigonometri Lengkap — Matematika SMA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32004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Terima Kasih!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8EDF5"/>
                </a:solidFill>
                <a:latin typeface="Calibri"/>
              </a:defRPr>
            </a:pPr>
            <a:r>
              <a:t>Trigonometri adalah alat matematika yang kuat untuk mengukur jarak dan sudut yang sulit dijangkau secara langsung.</a:t>
            </a:r>
            <a:br/>
            <a:br/>
            <a:r>
              <a:t>Kunci menguasai trigonometri:</a:t>
            </a:r>
            <a:br/>
            <a:r>
              <a:t>• Paham konsep segitiga siku-siku</a:t>
            </a:r>
            <a:br/>
            <a:r>
              <a:t>• Hafal sudut istimewa</a:t>
            </a:r>
            <a:br/>
            <a:r>
              <a:t>• Tahu aturan kuadran</a:t>
            </a:r>
            <a:br/>
            <a:r>
              <a:t>• Kuasai aturan sinus &amp; cosinus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09441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Ada Pertanyaan? Silakan diskusi!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