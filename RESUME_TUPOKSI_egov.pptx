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6895" y="-457200"/>
            <a:ext cx="4572000" cy="41148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91295" y="2926080"/>
            <a:ext cx="3657600" cy="41148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457200" y="5029200"/>
            <a:ext cx="2743200" cy="2286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Calibri"/>
              </a:defRPr>
            </a:pPr>
            <a:r>
              <a:t>RESUME TUPOKSI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6F7F5"/>
                </a:solidFill>
                <a:latin typeface="Calibri"/>
              </a:defRPr>
            </a:pPr>
            <a:r>
              <a:t>Bidang e-Government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Diskominfostandi Kota Bekasi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2286000" cy="348386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Tiga Pilar Utama Tugas Pokok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Bidang e-Government mencakup 3 area strategis dalam transformasi digital daerah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39" y="1463040"/>
            <a:ext cx="3484778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39" y="1463040"/>
            <a:ext cx="3484778" cy="5943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5727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6F7F5"/>
                </a:solidFill>
                <a:latin typeface="Calibri"/>
              </a:defRPr>
            </a:pPr>
            <a:r>
              <a:t>PILAR UTAMA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" y="2240280"/>
            <a:ext cx="302757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A1628"/>
                </a:solidFill>
                <a:latin typeface="Calibri"/>
              </a:defRPr>
            </a:pPr>
            <a:r>
              <a:t>Pengembangan Aplikasi</a:t>
            </a:r>
            <a:br/>
            <a:r>
              <a:t>&amp; Sistem Informasi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39" y="3108960"/>
            <a:ext cx="3027578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39" y="3291840"/>
            <a:ext cx="302757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Supervisi, standarisasi, dan</a:t>
            </a:r>
            <a:br/>
            <a:r>
              <a:t>pengelolaan SPLP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3458" y="1463040"/>
            <a:ext cx="3484778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3458" y="1463040"/>
            <a:ext cx="3484778" cy="59436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6338" y="15727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3538" y="16002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6F7F5"/>
                </a:solidFill>
                <a:latin typeface="Calibri"/>
              </a:defRPr>
            </a:pPr>
            <a:r>
              <a:t>PILAR UTAMA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2058" y="2240280"/>
            <a:ext cx="302757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A1628"/>
                </a:solidFill>
                <a:latin typeface="Calibri"/>
              </a:defRPr>
            </a:pPr>
            <a:r>
              <a:t>Tata Kelola e-Government</a:t>
            </a:r>
            <a:br/>
            <a:r>
              <a:t>(SPBE)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82058" y="3108960"/>
            <a:ext cx="3027578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82058" y="3291840"/>
            <a:ext cx="302757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Strategi, roadmap, arsitektur,</a:t>
            </a:r>
            <a:br/>
            <a:r>
              <a:t>dan kapasitas SDM &amp; GCIO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8276" y="1463040"/>
            <a:ext cx="3484778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8276" y="1463040"/>
            <a:ext cx="3484778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15727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8356" y="16002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E6F7F5"/>
                </a:solidFill>
                <a:latin typeface="Calibri"/>
              </a:defRPr>
            </a:pPr>
            <a:r>
              <a:t>PILAR UTAMA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6876" y="2240280"/>
            <a:ext cx="302757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A1628"/>
                </a:solidFill>
                <a:latin typeface="Calibri"/>
              </a:defRPr>
            </a:pPr>
            <a:r>
              <a:t>Pengembangan Kota Cerdas</a:t>
            </a:r>
            <a:br/>
            <a:r>
              <a:t>(Smart City)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86876" y="3108960"/>
            <a:ext cx="3027578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6876" y="3291840"/>
            <a:ext cx="302757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Masterplan, kolaborasi lintas</a:t>
            </a:r>
            <a:br/>
            <a:r>
              <a:t>sektor, dan evaluasi program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Empat Sistem &amp; Aplikasi Strategis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Layanan digital yang dioperasikan dan dipelihara oleh Bidang e-Government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39" y="1463040"/>
            <a:ext cx="536432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39" y="1463040"/>
            <a:ext cx="73152" cy="155448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691640"/>
            <a:ext cx="49071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A1628"/>
                </a:solidFill>
                <a:latin typeface="Calibri"/>
              </a:defRPr>
            </a:pPr>
            <a:r>
              <a:t>Web Pemerintah Kota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48840"/>
            <a:ext cx="490712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Admin Teknis Web Pemkot</a:t>
            </a:r>
            <a:br/>
            <a:r>
              <a:t>&amp; Web Diskominfo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463040"/>
            <a:ext cx="536432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1463040"/>
            <a:ext cx="73152" cy="155448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1691640"/>
            <a:ext cx="49071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76"/>
                </a:solidFill>
                <a:latin typeface="Calibri"/>
              </a:defRPr>
            </a:pPr>
            <a:r>
              <a:t>Mobile App PSW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2148840"/>
            <a:ext cx="490712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Platform Smart City</a:t>
            </a:r>
            <a:br/>
            <a:r>
              <a:t>— Pekan Smart City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39" y="3291840"/>
            <a:ext cx="536432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39" y="3291840"/>
            <a:ext cx="73152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3520440"/>
            <a:ext cx="49071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Calibri"/>
              </a:defRPr>
            </a:pPr>
            <a:r>
              <a:t>Web Kota Cerdas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3977639"/>
            <a:ext cx="490712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Admin Teknis</a:t>
            </a:r>
            <a:br/>
            <a:r>
              <a:t>Portal Kota Cerdas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3291840"/>
            <a:ext cx="536432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3291840"/>
            <a:ext cx="73152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047" y="3520440"/>
            <a:ext cx="49071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Aplikasi SPLP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047" y="3977639"/>
            <a:ext cx="490712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Sistem Penghubung Layanan</a:t>
            </a:r>
            <a:br/>
            <a:r>
              <a:t>Pemerintah (Kemenkomdigi)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Supervisi &amp; Pengembangan Aplikasi Daerah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Lingkup kerja pengembangan sistem informasi dan aplikasi perangkat daerah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09728" cy="43891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1645920" cy="54864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645920"/>
            <a:ext cx="457200" cy="4572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007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664208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Calibri"/>
              </a:defRPr>
            </a:pPr>
            <a:r>
              <a:t>Supervisi, analisis, dan standarisasi pengembangan</a:t>
            </a:r>
            <a:br/>
            <a:r>
              <a:t> aplikasi perangkat daerah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14884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651760"/>
            <a:ext cx="457200" cy="4572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066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670048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Calibri"/>
              </a:defRPr>
            </a:pPr>
            <a:r>
              <a:t>Mengelola dan mengembangkan Sistem Penghubung</a:t>
            </a:r>
            <a:br/>
            <a:r>
              <a:t> Layanan Pemerintah (SPLP)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315468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657600"/>
            <a:ext cx="457200" cy="4572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1246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75887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Calibri"/>
              </a:defRPr>
            </a:pPr>
            <a:r>
              <a:t>Pengelolaan domain dan subdomain</a:t>
            </a:r>
            <a:br/>
            <a:r>
              <a:t> pemerintah daerah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16052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663440"/>
            <a:ext cx="457200" cy="4572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183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681728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Calibri"/>
              </a:defRPr>
            </a:pPr>
            <a:r>
              <a:t>Sosialisasi dan peningkatan kapasitas</a:t>
            </a:r>
            <a:br/>
            <a:r>
              <a:t> SDM pengelola sistem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Akselerasi Program Kota Cerdas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Strategi dan kolaborasi menuju Smart City yang terintegrasi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09728" cy="4389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164592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645920"/>
            <a:ext cx="45720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007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664208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Calibri"/>
              </a:defRPr>
            </a:pPr>
            <a:r>
              <a:t>Menyusun strategi, rencana aksi,</a:t>
            </a:r>
            <a:br/>
            <a:r>
              <a:t> dan masterplan Kota Cerdas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14884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651760"/>
            <a:ext cx="45720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066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670048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Calibri"/>
              </a:defRPr>
            </a:pPr>
            <a:r>
              <a:t>Membangun kolaborasi dengan pemangku</a:t>
            </a:r>
            <a:br/>
            <a:r>
              <a:t> kepentingan lintas sektor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315468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657600"/>
            <a:ext cx="45720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1246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75887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Calibri"/>
              </a:defRPr>
            </a:pPr>
            <a:r>
              <a:t>Mengoordinasikan dan mengevaluasi</a:t>
            </a:r>
            <a:br/>
            <a:r>
              <a:t> program Kota Cerdas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16052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663440"/>
            <a:ext cx="45720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183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681728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Calibri"/>
              </a:defRPr>
            </a:pPr>
            <a:r>
              <a:t>Menyelaraskan rencana induk dengan</a:t>
            </a:r>
            <a:br/>
            <a:r>
              <a:t> dokumen perencanaan daerah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Penguatan Tata Kelola SPBE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Kerangka kerja menuju Sistem Pemerintahan</a:t>
            </a:r>
            <a:br/>
            <a:r>
              <a:t> Berbasis Elektronik yang matang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09728" cy="438912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1645920" cy="54864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645920"/>
            <a:ext cx="457200" cy="45720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007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664208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Calibri"/>
              </a:defRPr>
            </a:pPr>
            <a:r>
              <a:t>Menyusun strategi, roadmap, arsitektur,</a:t>
            </a:r>
            <a:br/>
            <a:r>
              <a:t> dan peta rencana SPBE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14884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651760"/>
            <a:ext cx="457200" cy="45720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066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670048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Calibri"/>
              </a:defRPr>
            </a:pPr>
            <a:r>
              <a:t>Melaksanakan dan mengoordinasikan program</a:t>
            </a:r>
            <a:br/>
            <a:r>
              <a:t> SPBE lintas perangkat daerah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315468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657600"/>
            <a:ext cx="457200" cy="45720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1246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75887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Calibri"/>
              </a:defRPr>
            </a:pPr>
            <a:r>
              <a:t>Mengembangkan kebijakan dan</a:t>
            </a:r>
            <a:br/>
            <a:r>
              <a:t> tata kelola SPBE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16052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663440"/>
            <a:ext cx="457200" cy="45720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183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681728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Calibri"/>
              </a:defRPr>
            </a:pPr>
            <a:r>
              <a:t>Monitoring, evaluasi, dan rekomendasi</a:t>
            </a:r>
            <a:br/>
            <a:r>
              <a:t> perbaikan berkelanjutan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34095" y="-457200"/>
            <a:ext cx="4572000" cy="36576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448495" y="3657600"/>
            <a:ext cx="3200400" cy="36576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6F7F5"/>
                </a:solidFill>
                <a:latin typeface="Calibri"/>
              </a:defRPr>
            </a:pPr>
            <a:r>
              <a:t>Bidang e-Government — Diskominfostandi Kota Bekasi</a:t>
            </a:r>
          </a:p>
        </p:txBody>
      </p:sp>
      <p:sp>
        <p:nvSpPr>
          <p:cNvPr id="8" name="Rectangle 7"/>
          <p:cNvSpPr/>
          <p:nvPr/>
        </p:nvSpPr>
        <p:spPr>
          <a:xfrm>
            <a:off x="5181447" y="3749039"/>
            <a:ext cx="1828800" cy="2322576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"Mewujudkan tata kelola pemerintahan yang cerdas,</a:t>
            </a:r>
            <a:br/>
            <a:r>
              <a:t> terpadu, dan berkelanjutan"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