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"/>
            <a:ext cx="13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"/>
            <a:ext cx="12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"/>
            <a:ext cx="12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99B0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"/>
            <a:ext cx="12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"/>
            <a:ext cx="2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5"/>
            <a:ext cx="12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3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Tiga Pilar Utama Tugas Pokok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Bidang e-Government mencakup 3 area strategis dalam transformasi digital daerah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"/>
            <a:ext cx="3" cy="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3" cy="635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A162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"/>
            <a:ext cx="3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A1628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"/>
            <a:ext cx="3" cy="127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3"/>
            <a:ext cx="3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B0"/>
                </a:solidFill>
                <a:latin typeface="Calibri"/>
              </a:defRPr>
            </a:pPr>
            <a:r>
              <a:t>Supervisi, standarisasi, dan</a:t>
            </a:r>
            <a:br/>
            <a:r>
              <a:t>pengelolaan SPLP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" y="1"/>
            <a:ext cx="3" cy="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" y="1"/>
            <a:ext cx="3" cy="6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" y="2"/>
            <a:ext cx="3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A1628"/>
                </a:solidFill>
                <a:latin typeface="Calibri"/>
              </a:defRPr>
            </a:pPr>
            <a:r>
              <a:t>Tata Kelola e-Government</a:t>
            </a:r>
            <a:br/>
            <a:r>
              <a:t>(SPBE)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" y="3"/>
            <a:ext cx="3" cy="127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" y="3"/>
            <a:ext cx="3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B0"/>
                </a:solidFill>
                <a:latin typeface="Calibri"/>
              </a:defRPr>
            </a:pPr>
            <a:r>
              <a:t>Strategi, roadmap, arsitektur,</a:t>
            </a:r>
            <a:br/>
            <a:r>
              <a:t>dan kapasitas SDM &amp; GCIO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" y="1"/>
            <a:ext cx="3" cy="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" y="1"/>
            <a:ext cx="3" cy="6350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7C72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" y="2"/>
            <a:ext cx="3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A1628"/>
                </a:solidFill>
                <a:latin typeface="Calibri"/>
              </a:defRPr>
            </a:pPr>
            <a:r>
              <a:t>Pengembangan Kota Cerdas</a:t>
            </a:r>
            <a:br/>
            <a:r>
              <a:t>(Smart City)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" y="3"/>
            <a:ext cx="3" cy="127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" y="3"/>
            <a:ext cx="3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9B0"/>
                </a:solidFill>
                <a:latin typeface="Calibri"/>
              </a:defRPr>
            </a:pPr>
            <a:r>
              <a:t>Masterplan, kolaborasi lintas</a:t>
            </a:r>
            <a:br/>
            <a:r>
              <a:t>sektor, dan evaluasi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7"/>
            <a:ext cx="13" cy="25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7"/>
            <a:ext cx="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" y="7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3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Empat Sistem &amp; Aplikasi Strategis yang Dikelola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1"/>
            <a:ext cx="5" cy="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63500" cy="1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Admin Teknis Web Pemkot &amp; Web Diskominfo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" y="1"/>
            <a:ext cx="5" cy="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63500" cy="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" y="1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" y="1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Platform Smart City — Pekan Smart 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0" y="3"/>
            <a:ext cx="5" cy="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3"/>
            <a:ext cx="63500" cy="1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3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7C72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3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Admin Teknis Portal Kota Cerdas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" y="3"/>
            <a:ext cx="5" cy="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" y="3"/>
            <a:ext cx="63500" cy="1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" y="3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8962E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" y="3"/>
            <a:ext cx="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Sistem Penghubung Layanan Pemerintah (Kemenkomdigi)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7"/>
            <a:ext cx="13" cy="25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0" y="7"/>
            <a:ext cx="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" y="7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3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Lingkup kerja pengembangan sistem informasi dan aplikasi perangkat daerah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"/>
            <a:ext cx="50800" cy="34747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Supervisi, analisis, dan standarisasi pengembangan aplikasi perangkat daerah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" y="1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Mengelola dan mengembangkan Sistem Penghubung Layanan Pemerintah (SPLP)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Pengelolaan domain dan subdomain pemerintah daerah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Sosialisasi dan peningkatan kapasitas SDM pengelola sistem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7"/>
            <a:ext cx="13" cy="25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7"/>
            <a:ext cx="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" y="7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3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"/>
            <a:ext cx="50800" cy="34747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Menyusun strategi, rencana aksi, dan masterplan Kota Cerdas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" y="1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Membangun kolaborasi dengan pemangku kepentingan lintas sektor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Mengoordinasikan dan mengevaluasi program Kota Cerdas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Menyelaraskan rencana induk dengan dokumen perencanaan daerah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7"/>
            <a:ext cx="13" cy="25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7"/>
            <a:ext cx="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" y="7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381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3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Kerangka kerja menuju Sistem Pemerintahan Berbasis Elektronik yang matang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"/>
            <a:ext cx="50800" cy="34747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Menyusun strategi, roadmap, arsitektur, dan peta rencana SPBE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" y="1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1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" y="1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Melaksanakan dan mengoordinasikan program SPBE lintas perangkat daerah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Mengembangkan kebijakan dan tata kelola SPBE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" y="2"/>
            <a:ext cx="11" cy="6350"/>
          </a:xfrm>
          <a:prstGeom prst="rect">
            <a:avLst/>
          </a:prstGeom>
          <a:solidFill>
            <a:srgbClr val="D0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2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962E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" y="2"/>
            <a:ext cx="11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Monitoring, evaluasi, dan rekomendasi perbaikan berkelanjutan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7"/>
            <a:ext cx="13" cy="254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7"/>
            <a:ext cx="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" y="7"/>
            <a:ext cx="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"/>
            <a:ext cx="13" cy="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"/>
            <a:ext cx="12" cy="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"/>
            <a:ext cx="12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899B0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"/>
            <a:ext cx="12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"Mewujudkan tata kelola pemerintahan yang cerdas, 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