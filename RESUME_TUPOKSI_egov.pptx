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9695" y="-457200"/>
            <a:ext cx="5029200" cy="4572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16975" y="3200400"/>
            <a:ext cx="4114800" cy="4114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457200" y="5486400"/>
            <a:ext cx="3200400" cy="1828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457200" y="0"/>
            <a:ext cx="2286000" cy="13716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40080" cy="6400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9052"/>
            <a:ext cx="640080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463040"/>
            <a:ext cx="97228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Calibri"/>
              </a:defRPr>
            </a:pPr>
            <a:r>
              <a:t>RESUME TUPOKSI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6F7F5"/>
                </a:solidFill>
                <a:latin typeface="Calibri"/>
              </a:defRPr>
            </a:pPr>
            <a:r>
              <a:t>Bidang e-Government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Diskominfostandi Kota Bekasi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2286000" cy="3483864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Tiga Pilar Strategis e-Government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F7F5"/>
                </a:solidFill>
                <a:latin typeface="Calibri"/>
              </a:defRPr>
            </a:pPr>
            <a:r>
              <a:t>Bidang e-Government menggerakkan 3 pilar utama transformasi digital Kota Bekasi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39" y="1417320"/>
            <a:ext cx="348477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39" y="1417320"/>
            <a:ext cx="3484778" cy="731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39" y="169164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39" y="1767078"/>
            <a:ext cx="5029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737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2377440"/>
            <a:ext cx="30275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Pengembangan Aplikasi</a:t>
            </a:r>
            <a:br/>
            <a:r>
              <a:t>&amp; Sistem Informasi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39" y="3246120"/>
            <a:ext cx="3027578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39" y="3429000"/>
            <a:ext cx="30275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Mengawal standar &amp; kualitas</a:t>
            </a:r>
            <a:br/>
            <a:r>
              <a:t>pengembangan aplikasi serta</a:t>
            </a:r>
            <a:br/>
            <a:r>
              <a:t>menghubungkan layanan daerah</a:t>
            </a:r>
            <a:br/>
            <a:r>
              <a:t>melalui SPLP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3458" y="1417320"/>
            <a:ext cx="348477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3458" y="1417320"/>
            <a:ext cx="3484778" cy="73152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2058" y="169164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2058" y="1767078"/>
            <a:ext cx="5029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2138" y="1737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7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2058" y="2377440"/>
            <a:ext cx="30275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Tata Kelola SPBE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82058" y="3246120"/>
            <a:ext cx="3027578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2058" y="3429000"/>
            <a:ext cx="30275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Merancang roadmap, arsitektur &amp;</a:t>
            </a:r>
            <a:br/>
            <a:r>
              <a:t>kebijakan SPBE sekaligus</a:t>
            </a:r>
            <a:br/>
            <a:r>
              <a:t>memperkuat kapasitas SDM</a:t>
            </a:r>
            <a:br/>
            <a:r>
              <a:t>dan peran Government CIO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8276" y="1417320"/>
            <a:ext cx="348477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8276" y="1417320"/>
            <a:ext cx="3484778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86876" y="169164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6876" y="1767078"/>
            <a:ext cx="5029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t>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6956" y="1737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6876" y="2377440"/>
            <a:ext cx="30275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A1628"/>
                </a:solidFill>
                <a:latin typeface="Calibri"/>
              </a:defRPr>
            </a:pPr>
            <a:r>
              <a:t>Pengembangan</a:t>
            </a:r>
            <a:br/>
            <a:r>
              <a:t>Kota Cerdas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86876" y="3246120"/>
            <a:ext cx="3027578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6876" y="3429000"/>
            <a:ext cx="302757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Menyusun masterplan, membangun</a:t>
            </a:r>
            <a:br/>
            <a:r>
              <a:t>kolaborasi lintas sektor, serta</a:t>
            </a:r>
            <a:br/>
            <a:r>
              <a:t>mengevaluasi program Smart City</a:t>
            </a:r>
            <a:br/>
            <a:r>
              <a:t>secara berkelanjutan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91695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Sumber: RESUME TUPOKSI egov.docx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510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Empat Sistem &amp; Aplikasi Strategis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F7F5"/>
                </a:solidFill>
                <a:latin typeface="Calibri"/>
              </a:defRPr>
            </a:pPr>
            <a:r>
              <a:t>Layanan digital yang dioperasikan dan dipelihara oleh Bidang e-Government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39" y="1417320"/>
            <a:ext cx="5364327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39" y="169164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39" y="1780794"/>
            <a:ext cx="59436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79" y="1691640"/>
            <a:ext cx="4084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Calibri"/>
              </a:defRPr>
            </a:pPr>
            <a:r>
              <a:t>Web Pemerintah Kota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79" y="2194560"/>
            <a:ext cx="40841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Portal utama pemerintah kota</a:t>
            </a:r>
            <a:br/>
            <a:r>
              <a:t>sebagai pusat informasi &amp; layanan publik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417320"/>
            <a:ext cx="5364327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7327" y="169164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1780794"/>
            <a:ext cx="59436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567" y="1691640"/>
            <a:ext cx="4084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76"/>
                </a:solidFill>
                <a:latin typeface="Calibri"/>
              </a:defRPr>
            </a:pPr>
            <a:r>
              <a:t>Mobile App PSW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4567" y="2194560"/>
            <a:ext cx="40841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Aplikasi mobile Pekan Smart City</a:t>
            </a:r>
            <a:br/>
            <a:r>
              <a:t>sebagai layanan kota cerdas terintegrasi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39" y="3383280"/>
            <a:ext cx="5364327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39" y="365760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39" y="3746754"/>
            <a:ext cx="59436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79" y="3657600"/>
            <a:ext cx="4084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Calibri"/>
              </a:defRPr>
            </a:pPr>
            <a:r>
              <a:t>Web Kota Cerdas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79" y="4160520"/>
            <a:ext cx="40841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Portal informasi &amp; layanan</a:t>
            </a:r>
            <a:br/>
            <a:r>
              <a:t>program Smart City Kota Bekasi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3383280"/>
            <a:ext cx="5364327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07327" y="365760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3746754"/>
            <a:ext cx="594360" cy="416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4567" y="3657600"/>
            <a:ext cx="4084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Aplikasi SPLP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4567" y="4160520"/>
            <a:ext cx="408416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Sistem Penghubung Layanan Pemerintah</a:t>
            </a:r>
            <a:br/>
            <a:r>
              <a:t>terintegrasi dengan Kemenkomdigi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Sumber: RESUME TUPOKSI egov.docx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510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Supervisi &amp; Pengembangan Aplikasi Daerah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F7F5"/>
                </a:solidFill>
                <a:latin typeface="Calibri"/>
              </a:defRPr>
            </a:pPr>
            <a:r>
              <a:t>Lingkup kerja pengembangan sistem informasi dan aplikasi perangkat daerah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91440" cy="4572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87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2103120"/>
            <a:ext cx="17419320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618488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Supervisi, analisis, dan standarisasi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pengembangan aplikasi perangkat daerah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5176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03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154680"/>
            <a:ext cx="17419320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670048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Mengelola &amp; mengembangkan SPLP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sebagai tulang punggung integrasi layanan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0332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719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" y="4206240"/>
            <a:ext cx="17419320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721607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Pengelolaan domain dan subdomain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pemerintah daerah secara terpusat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54879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234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73167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Sosialisasi &amp; peningkatan kapasitas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SDM pengelola sistem informasi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Sumber: RESUME TUPOKSI egov.docx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510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Akselerasi Program Kota Cerdas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F7F5"/>
                </a:solidFill>
                <a:latin typeface="Calibri"/>
              </a:defRPr>
            </a:pPr>
            <a:r>
              <a:t>Strategi dan kolaborasi menuju Smart City yang terintegrasi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91440" cy="4572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87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2103120"/>
            <a:ext cx="17419320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618488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Menyusun strategi, rencana aksi,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dan masterplan Kota Cerdas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5176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03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154680"/>
            <a:ext cx="17419320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670048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Membangun kolaborasi dengan pemangku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kepentingan lintas sektor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0332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719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" y="4206240"/>
            <a:ext cx="17419320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721607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Mengoordinasikan &amp; mengevaluasi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program Kota Cerdas secara berkala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54879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234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73167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Menyelaraskan rencana induk dengan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dokumen perencanaan daerah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Sumber: RESUME TUPOKSI egov.docx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510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"/>
            <a:ext cx="108200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Penguatan Tata Kelola SPBE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F7F5"/>
                </a:solidFill>
                <a:latin typeface="Calibri"/>
              </a:defRPr>
            </a:pPr>
            <a:r>
              <a:t>Kerangka kerja menuju Sistem Pemerintahan Berbasis Elektronik yang matang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91440" cy="457200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87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2103120"/>
            <a:ext cx="17419320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618488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Menyusun strategi, roadmap, arsitektur,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dan peta rencana SPBE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65176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03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154680"/>
            <a:ext cx="17419320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670048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Melaksanakan &amp; mengoordinasikan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program SPBE lintas perangkat daerah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0332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719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8992" y="4206240"/>
            <a:ext cx="17419320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721607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Mengembangkan kebijakan &amp;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tata kelola SPBE yang adaptif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54879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234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73167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1E293B"/>
                </a:solidFill>
                <a:latin typeface="Calibri"/>
              </a:defRPr>
            </a:pPr>
            <a:r>
              <a:t>Monitoring, evaluasi, &amp; rekomendasi</a:t>
            </a:r>
          </a:p>
          <a:p>
            <a:pPr>
              <a:spcAft>
                <a:spcPts val="1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  <a:r>
              <a:t>perbaikan SPBE berkelanjutan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695" cy="174193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4A3B8"/>
                </a:solidFill>
                <a:latin typeface="Calibri"/>
              </a:defRPr>
            </a:pPr>
            <a:r>
              <a:t>Sumber: RESUME TUPOKSI egov.docx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510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-457200"/>
            <a:ext cx="4572000" cy="45720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65615" y="3657600"/>
            <a:ext cx="3657600" cy="36576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84367" y="1188720"/>
            <a:ext cx="822960" cy="8229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84367" y="1312164"/>
            <a:ext cx="8229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>
                <a:solidFill>
                  <a:srgbClr val="FFFFFF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F7F5"/>
                </a:solidFill>
                <a:latin typeface="Calibri"/>
              </a:defRPr>
            </a:pPr>
            <a:r>
              <a:t>Bidang e-Government — Diskominfostandi Kota Bekasi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81447" y="3931920"/>
            <a:ext cx="1828800" cy="232257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"Mewujudkan tata kelola pemerintahan yang cerdas,</a:t>
            </a:r>
            <a:br/>
            <a:r>
              <a:t>terpadu, dan berkelanjutan"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