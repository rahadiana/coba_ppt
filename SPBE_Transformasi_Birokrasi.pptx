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SISTEM PEMERINTAHAN BERBASIS ELEKTRONIK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PENERAPAN SPBE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Perpres No. 95/2018 &amp; Perpres No. 132/2022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Transformasi</a:t>
            </a:r>
            <a:br/>
            <a:r>
              <a:t>Birokrasi Digital</a:t>
            </a:r>
            <a:br/>
            <a:r>
              <a:t>Terintegrasi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0D1F3C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SPBE ·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Calibri"/>
              </a:defRPr>
            </a:pPr>
            <a:r>
              <a:t>Mewujudkan Birokrasi Efisien, Aman &amp; Tepercaya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Lima Pokok Bahasan Memandu Transformasi SPBE Instansi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Daftar Isi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10642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06424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Transformasi SPBE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18488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673352"/>
            <a:ext cx="457200" cy="457200"/>
          </a:xfrm>
          <a:prstGeom prst="round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73352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Arsitektur &amp; Kerangka Kerja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85415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240279"/>
            <a:ext cx="457200" cy="457200"/>
          </a:xfrm>
          <a:prstGeom prst="round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240279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4 Domain Utama Evaluasi SPBE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105156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7307" y="1106424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1667" y="1106424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6 Langkah Penerapan SPBE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1618488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47307" y="167335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1667" y="1673352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Prinsip Utama &amp; Kesimpulan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1</a:t>
            </a:r>
            <a:br/>
            <a:r>
              <a:t>TRANSFORMASI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Transformasi menyeluruh, bukan sekadar digitalisasi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Perpres No. 95/2018 &amp; Perpres No. 132/2022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SPBE adalah Transformasi Birokrasi, Bukan Sekadar Memindahkan Kertas ke Aplikasi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Definisi &amp; Landasan Hukum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Apa Itu SPBE?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Penyelenggaraan pemerintahan berbasis elektronik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95728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Transformasi birokrasi terintegrasi, efisien, aman, tepercaya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52344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Berdasarkan Perpres No. 95/2018 &amp; No. 132/2022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Landasan Hukum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Perpres No. 95 Tahun 2018 — kerangka awal SPBE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Perpres No. 132 Tahun 2022 — penyempurnaan arah kebijakan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88336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Pedoman teknis dari Kemenpan-RB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Tujuan Strategis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Menghilangkan ego sektoral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Birokrasi modern, transparan, dan akuntabel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publik &amp; administrasi yang prima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SPBE Bukan Digitalisasi — Ini Transformasi Sistemik Birokrasi Negara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Perbedaan Mendasar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Kesalahan Umum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Digitalisasi dianggap = membuat aplikasi baru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Setiap masalah → aplikasi baru → ego sektoral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Puluhan aplikasi terpisah, tidak saling terhubung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Pemborosan anggaran TIK &amp; beban masyarakat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977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Paradigma SPBE Modern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Kerangka kerja terpadu — Tata Kelola &amp; Manajemen sebagai fondasi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Proses bisnis, data, aplikasi, infrastruktur, keamanan saling menopang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Interoperabilitas: sistem bisa saling berbicara &amp; bertukar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Satu platform terpadu untuk semua layanan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2</a:t>
            </a:r>
            <a:br/>
            <a:r>
              <a:t>ARSITEKTUR &amp; KERANGKA KERJA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Enam komponen saling menopang untuk satu tujuan: Layanan SPBE prima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Tata Kelola &amp; Manajemen sebagai Pondasi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Tata Kelola dan Manajemen Menjadi Pondasi yang Mengikat Seluruh Komponen Arsitektur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Kerangka Arsitektur SPBE Instansi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Proses Bisnis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Petakan proses bisnis sebelum menyentuh teknologi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9572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Gunakan aplikasi Arsitektur SPBE Nasional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8218" y="1051560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051560"/>
            <a:ext cx="45720" cy="253746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Data &amp; Informasi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Prinsip Satu Data Indonesia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Standarisasi &amp; berbagi pakai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7796" y="1051560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7796" y="1051560"/>
            <a:ext cx="45720" cy="253746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Aplikasi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Konsolidasi aplikasi sektoral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Super apps terpadu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863339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863339"/>
            <a:ext cx="45720" cy="25374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000500"/>
            <a:ext cx="384048" cy="38404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2609" y="405902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034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Infrastruktur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85089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Pusat Data Nasional (PDN)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14350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Cloud tersertifikasi &amp; Hub SPLP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38218" y="3863339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38218" y="3863339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75378" y="40005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52188" y="405902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75378" y="45034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Keamanan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75378" y="485089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SMKI ISO 27001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5378" y="514350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BSSN &amp; CSIRT internal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27796" y="3863339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27796" y="3863339"/>
            <a:ext cx="45720" cy="253746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264956" y="4000500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766" y="405902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956" y="45034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Layanan SPBE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4956" y="485089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publik prima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4956" y="514350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administrasi internal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3</a:t>
            </a:r>
            <a:br/>
            <a:r>
              <a:t>4 DOMAIN UTAMA EVALUASI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Kebijakan → Tata Kelola → Manajemen → Layanan — Indikator Tingkat Kematangan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Maturity Index SPBE — Kemenpan-RB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Empat Domain Evaluasi Menentukan Tingkat Kematangan SPBE Instansi 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Domain Evaluasi SPBE — Sebelum menyusun strategi, instansi dinilai berdasarkan 4 domain ini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Fokus Utama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yang Diharapkan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Kebijakan Internal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Regulasi, pedoman, SK formal internal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Perbup/Perwali/Perka Tim Koordinasi &amp; Tata Kelola TIK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Tata Kelola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Perencanaan arsitektur, peta rencana, integrasi sistem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Dokumen Arsitektur SPBE &amp; Peta Rencana 5 Tahun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Manajemen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Pengelolaan risiko, data, keamanan, SDM, aset TIK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Penerapan Satu Data Indonesia &amp; Manajemen Risiko SPBE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Layanan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Kualitas fungsi aplikasi publik &amp; administrasi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Aplikasi saling terintegrasi — bukan platform terpisah-pisah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4</a:t>
            </a:r>
            <a:br/>
            <a:r>
              <a:t>6 LANGKAH PENERAPAN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Fondasi → Perencanaan → Teknis → Konsolidasi → Keamanan → Evaluasi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Langkah Demi Langkah Implementasi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Keenam Langkah Bersifat Sistematis — Setiap Tahap Wajib Dirunut Berurutan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Alur Penerapan SPBE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19"/>
            <a:ext cx="1620469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0274" y="132587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0274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Tim Koordinasi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SK Tim Koordinasi</a:t>
            </a:r>
            <a:br/>
            <a:r>
              <a:t>SPBE Instansi</a:t>
            </a:r>
            <a:br/>
            <a:r>
              <a:t>Lintas Sektor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9109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3429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3429" y="1188719"/>
            <a:ext cx="1620469" cy="4572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5063" y="1325879"/>
            <a:ext cx="457200" cy="45720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5063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4869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B7C72"/>
                </a:solidFill>
                <a:latin typeface="Calibri"/>
              </a:defRPr>
            </a:pPr>
            <a:r>
              <a:t>Arsitektur &amp; Peta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4869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Pemetaan Proses</a:t>
            </a:r>
            <a:br/>
            <a:r>
              <a:t>Bisnis — Roadmap</a:t>
            </a:r>
            <a:br/>
            <a:r>
              <a:t>5 Tahun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3898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38218" y="1188719"/>
            <a:ext cx="1620469" cy="4572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9853" y="1325879"/>
            <a:ext cx="457200" cy="457200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853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A0522D"/>
                </a:solidFill>
                <a:latin typeface="Calibri"/>
              </a:defRPr>
            </a:pPr>
            <a:r>
              <a:t>Infrastruktur &amp;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9658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Migrasi ke PDN</a:t>
            </a:r>
            <a:br/>
            <a:r>
              <a:t>Hub SPLP</a:t>
            </a:r>
            <a:br/>
            <a:r>
              <a:t>Satu Data Indonesia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58687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7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3007" y="1188719"/>
            <a:ext cx="1620469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14642" y="1325879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4642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447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Konsolidasi Aplikasi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447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Audit Aplikasi</a:t>
            </a:r>
            <a:br/>
            <a:r>
              <a:t>Moratorium Duplikasi</a:t>
            </a:r>
            <a:br/>
            <a:r>
              <a:t>Super Apps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53476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7796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7796" y="1188719"/>
            <a:ext cx="1620469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709431" y="132587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09431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9236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Keamanan Informasi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9236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SMKI ISO 27001</a:t>
            </a:r>
            <a:br/>
            <a:r>
              <a:t>BSSN Assessment</a:t>
            </a:r>
            <a:br/>
            <a:r>
              <a:t>CSIRT Internal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8266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2586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22586" y="1188719"/>
            <a:ext cx="1620469" cy="4572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04220" y="1325879"/>
            <a:ext cx="457200" cy="45720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4220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14026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B7C72"/>
                </a:solidFill>
                <a:latin typeface="Calibri"/>
              </a:defRPr>
            </a:pPr>
            <a:r>
              <a:t>Evaluasi &amp;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14026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Self-Assessment</a:t>
            </a:r>
            <a:br/>
            <a:r>
              <a:t>Audit TIK</a:t>
            </a:r>
            <a:br/>
            <a:r>
              <a:t>Continuous Improvement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Fondasi, Perencanaan, dan Infrastruktur — Tiga Langkah Awal Menentukan Keberhasilan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Langkah 1–3: Fondasi &amp; Perencanaan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1. Tim Koordinasi SPBE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SK Kepala Daerah/Menteri — dipimpin Sekda/Sekjen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9572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Unsur: Bappeda, Ortala, BPKAD, Diskominfo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88336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Bersifat lintas sektor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🗺️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2. Arsitektur &amp; Peta Rencana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Petakan proses bisnis DAHULU sebelum teknologi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Gunakan aplikasi Arsitektur SPBE Nasional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Susun Peta Rencana 5 tahun — selaras nasional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3. Infrastruktur &amp; Integrasi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Batasi pembangunan data center mandiri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Migrasi ke PDN / cloud tersertifikasi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Implementasi Hub SPLP &amp; Satu Data Indonesia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Konsolidasi, Keamanan, dan Evaluasi Berkelanjutan — Kunci Keberlanjutan Transformasi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Langkah 4–6: Eksekusi &amp; Evaluasi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4. Konsolidasi Aplikasi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Audit seluruh aplikasi yang 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Moratorium aplikasi baru duplikatif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Gabung ke satu platform terpadu (Super Apps)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5. Keamanan Informasi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SMKI berbasis ISO 27001 bertahap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Kolaborasi dengan BSSN — Vulnerability 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88336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Bentuk CSIRT internal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6. Evaluasi &amp;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Self-assessment berkala sebelum penilaian formal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9572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Penilaian oleh Kemenpan-RB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88336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Audit TIK infrastruktur &amp; aplikasi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5</a:t>
            </a:r>
            <a:br/>
            <a:r>
              <a:t>PRINSIP UTAMA &amp; KESIMPULAN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Interoperabilitas — sistem saling berbicara, bukan aplikasi baru untuk setiap masalah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Paradigma SPBE Modern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Jebakan Terbesar: Menganggap Digitalisasi Berarti Membuat Aplikasi Baru untuk Setiap Masalah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Paradigma Lama vs SPBE Modern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Jebakan yang Harus Dihindari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Menganggap digitalisasi = membuat aplikasi baru untuk setiap masalah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Puluhan aplikasi terpisah yang tidak saling terintegrasi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Masyarakat dipaksa mengunduh banyak aplikasi berbeda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Pemborosan anggaran TIK nasional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977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Paradigma SPBE Modern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Fokus pada interoperabilitas — sistem yang ada saling berbicara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Satu platform layanan terpadu (Super Apps)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Efisien, transparan, aman, dan tepercaya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Masyarakat cukup satu aplikasi untuk semua layanan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SISTEM PEMERINTAHAN BERBASIS ELEKTRONIK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Bersama Mewujudkan Birokrasi Digital</a:t>
            </a:r>
            <a:br/>
            <a:r>
              <a:t>Terintegrasi, Efisien, Aman, dan Tepercaya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0944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Calibri"/>
              </a:defRPr>
            </a:pPr>
            <a:r>
              <a:t>Sumber: Perpres No. 95/2018 · Perpres No. 132/2022 · Kemenpan-RB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