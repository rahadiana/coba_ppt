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EE"/>
                </a:solidFill>
                <a:latin typeface="Calibri"/>
              </a:defRPr>
            </a:pPr>
            <a:r>
              <a:t>RINGKASAN PERATURAN DAERAH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KOTA BEKASI</a:t>
            </a:r>
            <a:br/>
            <a:r>
              <a:t>NOMOR 14 TAHUN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  <a:latin typeface="Calibri"/>
              </a:defRPr>
            </a:pPr>
            <a:r>
              <a:t>Perubahan Atas Peraturan Daerah Kota Bekasi</a:t>
            </a:r>
            <a:br/>
            <a:r>
              <a:t>Nomor 08 Tahun 2011 Tentang Pajak Restoran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LEMBARAN DAERAH KOTA BEKASI — SERI B NOMOR 14 —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LATAR BELAKANG &amp; DASAR HUKUM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▸ Mengoptimalkan &amp; meningkatkan Pendapatan Asli Daerah (PAD) dari Pajak Restoran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▸ Menyesuaikan Perda No. 08/2011 dengan kondisi terkini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486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DASAR HUKUM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UU No. 28/2009 — Pajak Daerah &amp; Retribusi Daerah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UU No. 23/2014 — Pemerintahan Daerah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UU No. 6/1983 — Ketentuan Umum Perpajakan (diubah dgn UU 16/2009)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PP No. 55/2016 — Ketentuan &amp; Tata Cara Pemungutan Pajak Daerah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PP No. 69/2010 — Insentif Pemungutan Pajak Daerah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▸ Perda Kota Bekasi No. 08/2011 — Pajak Restoran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  <a:latin typeface="Calibri"/>
              </a:defRPr>
            </a:pPr>
            <a:r>
              <a:t>Perda No. 14/2018 — Perubahan Perda No. 08/2011 tentang Pajak Restoran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PASAL I — PERUBAHAN UTAMA: OBJEK PAJAK RESTORAN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Ayat (1)  —  Objek Pajak Restoran (diperluas)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Pelayanan yang disediakan oleh restoran, termasuk: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    • Roti, bakery, donat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    • Katering &amp; jasa boga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    • Usaha sejenis termasuk yang bersifat mobile/insidentil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Ayat (2)  —  Lingkup Pelayanan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Penjualan makanan dan/atau minuman yang dikonsumsi pembeli, baik: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    • Dikonsumsi di tempat pelayanan (dine-in), maupun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    • Dikonsumsi di tempat lain (takeaway/delivery)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3716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56E04"/>
                </a:solidFill>
                <a:latin typeface="Calibri"/>
              </a:defRPr>
            </a:pPr>
            <a:r>
              <a:t>❖  PENGECUALIAN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5000"/>
                </a:solidFill>
                <a:latin typeface="Calibri"/>
              </a:defRPr>
            </a:pPr>
            <a:r>
              <a:t>Ayat (3): Pelayanan penjualan makanan/minuman dengan omzet ≤ Rp 10.000.000/bulan</a:t>
            </a:r>
            <a:br/>
            <a:r>
              <a:t>TIDAK termasuk objek pajak.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  <a:latin typeface="Calibri"/>
              </a:defRPr>
            </a:pPr>
            <a:r>
              <a:t>Mengubah Pasal 3 Perda No. 08/2011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PASAL II — PENUTUP &amp; INFORMASI PENGESAHAN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PASAL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Peraturan Daerah ini mulai berlaku</a:t>
            </a:r>
            <a:br/>
            <a:r>
              <a:t>pada tanggal diundangkan.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07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INFORMASI PENGESAHAN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Ditandatangani: 3 Desember 2018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Wali Kota Bekasi: Rahmat Effendi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Pj. Sekretaris Daerah: Widodo Indrijantoro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Disetujui DPRD Kota Bekasi &amp; Wali Kota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Diundangkan di Bekasi, 3 Desember 2018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Noreg: (11/169/2018)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LEMBARAN DAERAH Seri B No. 14/2018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RINGKASAN 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1. Memperluas objek pajak restoran (katering, bakery, mobile/insidentil, dll)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2. Menegaskan lingkup pelayanan: dine-in &amp; takeaway/delivery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3. Memberikan pengecualian: omzet ≤ Rp 10 jt/bulan tidak kena pajak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4. Perubahan hanya pada Pasal 3 — pasal lain tidak diubah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CCEE"/>
                </a:solidFill>
                <a:latin typeface="Calibri"/>
              </a:defRPr>
            </a:pPr>
            <a:r>
              <a:t>Sumber: https://jdih.bekasikota.go.id/storage/peraturan/1765169210737-354909996.pdf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  <a:latin typeface="Calibri"/>
              </a:defRPr>
            </a:pPr>
            <a:r>
              <a:t>Perda Kota Bekasi No. 14 Tahun 2018</a:t>
            </a:r>
            <a:br/>
            <a:r>
              <a:t>Perubahan Atas Perda No. 08/2011 tentang Pajak Restoran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Sumber: JDIH Kota Bekasi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