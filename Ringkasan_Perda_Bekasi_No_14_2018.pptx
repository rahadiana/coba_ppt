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89704" y="-82296"/>
            <a:ext cx="3090672" cy="30906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74320"/>
            <a:ext cx="20381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DDEE"/>
                </a:solidFill>
                <a:latin typeface="Calibri"/>
              </a:defRPr>
            </a:pPr>
            <a:r>
              <a:t>PEMERINTAH KOTA BEKASI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RINGKASAN PERATURAN DAERAH</a:t>
            </a:r>
            <a:br/>
            <a:r>
              <a:t>KOTA BEKASI NOMOR 14 TAHUN 2018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Perubahan Atas Peraturan Daerah Kota Bekasi</a:t>
            </a:r>
            <a:br/>
            <a:r>
              <a:t>Nomor 08 Tahun 2011 Tentang Pajak Restoran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AACC"/>
                </a:solidFill>
                <a:latin typeface="Calibri"/>
              </a:defRPr>
            </a:pPr>
            <a:r>
              <a:t>LEMBARAN DAERAH KOTA BEKASI  •  SERI B  •  NOMOR 14  • 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0897" y="-54863"/>
            <a:ext cx="1024127" cy="10241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627132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LATAR BELAKANG &amp; DASAR HUKUM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0352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LATAR BELAKANG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►  Mengoptimalkan Pendapatan Asli Daerah (PAD)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  dari sektor Pajak Restoran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►  Menyesuaikan Perda No. 08/2011 dengan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  kondisi perekonomian terkini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48640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DASAR HUKUM UTAMA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28/2009 — Pajak Daerah &amp; Retribusi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23/2014 — Pemerintahan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UU No. 6/1983 jo. UU 16/2009 — Ketentuan Perpajakan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PP No. 55/2016 — Pemungutan Pajak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PP No. 69/2010 — Insentif Pajak Daerah</a:t>
            </a:r>
          </a:p>
          <a:p>
            <a:pPr>
              <a:spcAft>
                <a:spcPts val="4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•  Perda Kota Bekasi No. 08/2011 — Pajak Restoran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Perda No. 14/2018 — Perubahan Atas Perda No. 08/2011 tentang Pajak Restoran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0897" y="-54863"/>
            <a:ext cx="1024127" cy="10241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627132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 — PERUBAHAN OBJEK PAJAK RESTORAN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(1) — Perluasan Objek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Pelayanan yang disediakan restoran, termasuk: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Roti, bakery, donat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Katering &amp; jasa boga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Usaha sejenis — termasuk yang mobile/insidentil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35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(2) — Lingkup Pelayanan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Penjualan makanan/minuman yang dikonsumsi pembeli: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Di tempat pelayanan (dine-in)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✓  Di tempat lain (takeaway / delivery)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1247120" cy="1554480"/>
          </a:xfrm>
          <a:prstGeom prst="rect">
            <a:avLst/>
          </a:prstGeom>
          <a:solidFill>
            <a:srgbClr val="FB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137160" cy="1554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56E04"/>
                </a:solidFill>
                <a:latin typeface="Calibri"/>
              </a:defRPr>
            </a:pPr>
            <a:r>
              <a:t>PENGECUALIAN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C3D00"/>
                </a:solidFill>
                <a:latin typeface="Calibri"/>
              </a:defRPr>
            </a:pPr>
            <a:r>
              <a:t>Ayat (3) — Omzet tidak melebihi Rp 10.000.000/bulan</a:t>
            </a:r>
            <a:br/>
            <a:r>
              <a:t>TIDAK termasuk objek pajak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Mengubah Pasal 3 Perda Kota Bekasi No. 08/2011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0897" y="-54863"/>
            <a:ext cx="1024127" cy="10241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627132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II &amp; INFORMASI PENGESAHAN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PASAL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Peraturan Daerah ini mulai berlaku</a:t>
            </a:r>
            <a:br/>
            <a:r>
              <a:t>pada tanggal diundangkan.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070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INFORMASI PENGESAHAN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Tanggal    : 3 Desember 2018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Wali Kota  : Rahmat Effendi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Pj. Sekda  : Widodo Indrijantoro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Disetujui DPRD &amp; Wali Kota Bekasi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Diundangkan : 3 Desember 2018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Noreg       : (11/169/2018)</a:t>
            </a:r>
          </a:p>
          <a:p>
            <a:pPr>
              <a:spcAft>
                <a:spcPts val="2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Lembaran Daerah Seri B No. 14/2018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33087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RINGKASAN ISI PERDA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1.  Memperluas objek pajak restoran (katering, bakery, mobile, dsb)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2.  Menegaskan lingkup: dine-in &amp; takeaway/delivery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3.  Pengecualian: omzet ≤ Rp 10 juta/bulan → bukan objek pajak</a:t>
            </a:r>
          </a:p>
          <a:p>
            <a:pPr>
              <a:spcAft>
                <a:spcPts val="5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4.  Hanya Pasal 3 yang diubah — pasal lain tidak berubah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Calibri"/>
              </a:defRPr>
            </a:pPr>
            <a:r>
              <a:t>Sumber: JDIH Kota Bekasi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70832" y="-109728"/>
            <a:ext cx="3328416" cy="33284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74320"/>
            <a:ext cx="2194962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  <a:latin typeface="Calibri"/>
              </a:defRPr>
            </a:pPr>
            <a:r>
              <a:t>Perda Kota Bekasi No. 14 Tahun 2018</a:t>
            </a:r>
            <a:br/>
            <a:r>
              <a:t>Perubahan Atas Perda No. 08/2011 tentang Pajak Restoran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Sumber: JDIH Kota Bekasi  •  jdih.bekasikota.go.id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